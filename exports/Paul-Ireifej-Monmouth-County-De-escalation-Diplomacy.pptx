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Should Call Paul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Paul Ireifej — De-escalation &amp; Diplomacy Under Pressure</dc:title>
  <dc:subject>PptxGenJS Presentation</dc:subject>
  <dc:creator>Paul Ireifej</dc:creator>
  <cp:lastModifiedBy>Paul Ireifej</cp:lastModifiedBy>
  <cp:revision>1</cp:revision>
  <dcterms:created xsi:type="dcterms:W3CDTF">2026-09-26T13:56:31Z</dcterms:created>
  <dcterms:modified xsi:type="dcterms:W3CDTF">2026-09-26T13:56:31Z</dcterms:modified>
</cp:coreProperties>
</file>